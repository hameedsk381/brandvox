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366F1"/>
                </a:solidFill>
                <a:latin typeface="Arial"/>
              </a:defRPr>
            </a:pPr>
            <a:r>
              <a:t>ReputationOS AI</a:t>
            </a:r>
          </a:p>
          <a:p>
            <a:pPr algn="l">
              <a:spcAft>
                <a:spcPts val="2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Monthly Brand Intelligence Report</a:t>
            </a:r>
          </a:p>
          <a:p>
            <a:pPr algn="l">
              <a:defRPr sz="1600">
                <a:solidFill>
                  <a:srgbClr val="94A3B8"/>
                </a:solidFill>
                <a:latin typeface="Arial"/>
              </a:defRPr>
            </a:pPr>
            <a:r>
              <a:t>Generated on 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Executive Performance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24688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REPUTATION SCORE</a:t>
            </a:r>
          </a:p>
          <a:p>
            <a:pPr algn="ctr">
              <a:spcAft>
                <a:spcPts val="4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694.7/100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Overall health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9202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AVERAGE STAR RATING</a:t>
            </a:r>
          </a:p>
          <a:p>
            <a:pPr algn="ctr">
              <a:spcAft>
                <a:spcPts val="4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3.88 ★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Customer satisfaction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24688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REPLY RATE</a:t>
            </a:r>
          </a:p>
          <a:p>
            <a:pPr algn="ctr">
              <a:spcAft>
                <a:spcPts val="4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46%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Review response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45920"/>
            <a:ext cx="24688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9202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POSITIVE SENTIMENT</a:t>
            </a:r>
          </a:p>
          <a:p>
            <a:pPr algn="ctr">
              <a:spcAft>
                <a:spcPts val="4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82%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Ratio of positive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Sentiment &amp; Operational Topics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6366F1"/>
                </a:solidFill>
                <a:latin typeface="Arial"/>
              </a:defRPr>
            </a:pPr>
            <a:r>
              <a:t>SENTIMENT DISTRIBUTION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Positive: 18 reviews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Negative: 4 reviews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Neutral: 1 reviews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Mixed: 3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6366F1"/>
                </a:solidFill>
                <a:latin typeface="Arial"/>
              </a:defRPr>
            </a:pPr>
            <a:r>
              <a:t>TOP EXTRACTED TOPICS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Food: 26 mentions (Sentiment Index: 77%)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Staff: 18 mentions (Sentiment Index: 100%)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Wait Time: 4 mentions (Sentiment Index: 50%)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AI Action Center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0817352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1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Arial"/>
              </a:defRPr>
            </a:pPr>
            <a:r>
              <a:t>REPLY TO PENDING REVIEWS (ACTION)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You have 14 reviews waiting for replies. Generating automatic drafts can save up to 80% of manual effort.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71800"/>
            <a:ext cx="10817352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451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t>ADDRESS EMERGING ISSUES (WARNING)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Detected 4 negative reviews recently. Check root cause analysis to discover if wait times or service standards fell.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10817352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451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Arial"/>
              </a:defRPr>
            </a:pPr>
            <a:r>
              <a:t>TARGET RATING IMPROVEMENTS (INFO)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Your overall average is currently below 4.0. We recommend creating an incentive review campaign for recently satisfied clients.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